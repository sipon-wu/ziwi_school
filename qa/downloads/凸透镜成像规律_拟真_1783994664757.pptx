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简要说明本节课的核心目标，帮助学生明确学习方向。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强调重点内容，提醒学生注意难点部分。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用生活中的例子引起兴趣，激发学生探究欲望。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讲解定义，区分于凹透镜，避免混淆。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列出三种成像情况，便于学生记忆和对比。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介绍光路图方法，帮助学生理解成像过程。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通过具体例子引导学生应用所学知识。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结合实际设备，加深对成像规律的理解。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鼓励学生动手操作，提升科学思维和实践能力。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巩固知识点，检查学生是否掌握核心内容。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总结知识点，强化记忆，便于复习。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展示结构化知识框架，便于学生梳理逻辑。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布置作业，拓展学生思维，促进深度学习。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凸透镜成像规律_拟真_1783994664757_课件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二年级  ·  王老师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知微教学 · ziwi.cn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了解凸透镜的基本特征和成像原理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通过实验观察并描述凸透镜成像的规律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能解释照相机、投影仪等常见光学现象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凸透镜成像规律_拟真_1783994664757_课件  ·  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教学重难点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理解凸透镜成像的三种基本类型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掌握物距、像距与焦距的关系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灵活应用这些关系进行分析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凸透镜成像规律_拟真_1783994664757_课件  ·  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情境导入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照相机、投影仪都依赖凸透镜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凸透镜可以放大或缩小物体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今天探索凸透镜的成像规律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凸透镜成像规律_拟真_1783994664757_课件  ·  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什么是凸透镜？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中间厚、边缘薄的透明玻璃片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能会聚光线形成清晰的像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如老花镜、放大镜、镜头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凸透镜成像规律_拟真_1783994664757_课件  ·  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凸透镜成像的三种情况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 &gt; 2f：缩小、倒立、实像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 &lt; u &lt; 2f：放大、倒立、实像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 &lt; f：放大、正立、虚像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凸透镜成像规律_拟真_1783994664757_课件  ·  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光路图与成像规律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光线从物体发出，经过凸透镜后会聚或发散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三条特殊光线用于分析成像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平行于主轴 → 经过焦点；过焦点 → 平行于主轴；过光心 → 直线传播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凸透镜成像规律_拟真_1783994664757_课件  ·  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典例精讲1：照相机成像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物体在两倍焦距以外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成像为缩小、倒立、实像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适用于照相机底片成像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凸透镜成像规律_拟真_1783994664757_课件  ·  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典例精讲2：投影仪成像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物体在一倍到两倍焦距之间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成像为放大、倒立、实像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适用于投影仪屏幕成像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凸透镜成像规律_拟真_1783994664757_课件  ·  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活动探究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模拟照相机或投影仪的成像过程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记录不同位置下的成像效果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思考镜头设计的意义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凸透镜成像规律_拟真_1783994664757_课件  ·  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当物体在两倍焦距外时，像为缩小、倒立、实像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投影仪中，物体应放在一倍到两倍焦距之间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当物体在焦点内时，不能成实像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凸透镜成像规律_拟真_1783994664757_课件  ·  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课堂小结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凸透镜是中间厚、边缘薄的光学元件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成像有三种情况：缩小、放大、等大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生活中常见的照相机、投影仪应用了此原理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凸透镜成像规律_拟真_1783994664757_课件  ·  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板书设计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定义：中间厚、边缘薄的透明玻璃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成像类型：三种情况及其特点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光路图：三条特殊光线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应用：照相机、投影仪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凸透镜成像规律_拟真_1783994664757_课件  ·  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分层作业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基础题：画出三种情况的光路图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提升题：判断凸透镜的方法和原理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跨界桥接：引入折射和数学建模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凸透镜成像规律_拟真_1783994664757_课件  ·  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凸透镜成像规律_拟真_1783994664757_课件</dc:title>
  <dc:subject>PptxGenJS Presentation</dc:subject>
  <dc:creator>知微教学</dc:creator>
  <cp:lastModifiedBy>知微教学</cp:lastModifiedBy>
  <cp:revision>1</cp:revision>
  <dcterms:created xsi:type="dcterms:W3CDTF">2026-07-14T02:05:23Z</dcterms:created>
  <dcterms:modified xsi:type="dcterms:W3CDTF">2026-07-14T02:05:23Z</dcterms:modified>
</cp:coreProperties>
</file>