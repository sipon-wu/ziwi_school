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明确目标，便于课堂评估与反馈。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帮助学生建立知识框架，引导思维从具体到抽象。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激发兴趣，为后续学习做铺垫。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讲清基本概念，避免混淆。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引导学生关注景物与情感的关系。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联系实际，增强学生的价值认同感。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通过选择题巩固核心概念。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简短题型有助于快速检测掌握程度。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动手操作加深理解，融入价值观体验。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紧扣知识点，便于当堂巩固。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总结内容，强调知识结构与情感价值。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简洁明了，突出核心对比，便于记忆。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兼顾基础与拓展，促进综合能力发展。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岳阳楼记_拟真_1783995504807_课件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 · 二年级  ·  王老师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知微教学 · ziwi.cn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了解作者及创作背景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理解‘先忧后乐’的主旨并能表达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通过景物描写体会情感变化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有感情地诵读课文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岳阳楼记_拟真_1783995504807_课件  ·  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教学重难点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重点：理解‘先忧后乐’思想和景物描写层次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难点：抽象情感与具体景物的联系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岳阳楼记_拟真_1783995504807_课件  ·  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情境导入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播放洞庭湖视频或图片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提问：站在岳阳楼上有什么感受？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引出《岳阳楼记》及范仲淹精神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岳阳楼记_拟真_1783995504807_课件  ·  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什么是《岳阳楼记》？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北宋散文家范仲淹所写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写于被贬期间，表达对国家人民的关心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通过洞庭湖景色抒发政治理想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岳阳楼记_拟真_1783995504807_课件  ·  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景物描写层次分析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第一层：洞庭湖的广阔壮丽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第二层：阴晴天气下的不同景象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第三层：情感由悲转喜，由个人情感到家国情怀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岳阳楼记_拟真_1783995504807_课件  ·  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‘先忧后乐’的含义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在别人忧虑前先忧虑，在别人快乐后才快乐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体现责任与担当精神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联系现实生活中的职业精神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岳阳楼记_拟真_1783995504807_课件  ·  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典例精讲1：判断主旨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题目：哪句最能体现‘先忧后乐’？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思路：寻找表达政治理想的句子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答案：‘先天下之忧而忧，后天下之乐而乐’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岳阳楼记_拟真_1783995504807_课件  ·  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典例精讲2：填空题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题目：心情由什么转为？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答案：由‘悲’转为‘喜’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岳阳楼记_拟真_1783995504807_课件  ·  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活动探究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小组讨论：如果是范仲淹会想到什么？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分角色朗读：阴雨、晴朗、登楼场景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思考：为什么结尾提到‘微斯人，吾谁与归？’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岳阳楼记_拟真_1783995504807_课件  ·  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哪句体现‘先忧后乐’？答案：‘先天下之忧而忧’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作者看到什么样的景色？答案：洞庭湖壮阔景象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景物描写分为几层？答案：三层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岳阳楼记_拟真_1783995504807_课件  ·  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课堂小结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范仲淹代表作，表达责任感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景物描写层层递进，由景入情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‘先忧后乐’是核心思想，体现传统美德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岳阳楼记_拟真_1783995504807_课件  ·  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板书设计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作者：范仲淹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主旨：先忧后乐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景物描写：广、变、情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诵读重点：情感变化、语言优美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岳阳楼记_拟真_1783995504807_课件  ·  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3A6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108813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分层作业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88136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基础题：背诵并解释‘先天下之忧而忧’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提升题：用‘先忧后乐’描述敬佩的人</a:t>
            </a:r>
            <a:endParaRPr lang="en-US" sz="1600" dirty="0"/>
          </a:p>
          <a:p>
            <a:pPr algn="l" marL="228600" indent="-2286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跨界桥接：了解‘仁者乐山，智者乐水’与本文联系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418320" y="6400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岳阳楼记_拟真_1783995504807_课件  ·  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岳阳楼记_拟真_1783995504807_课件</dc:title>
  <dc:subject>PptxGenJS Presentation</dc:subject>
  <dc:creator>知微教学</dc:creator>
  <cp:lastModifiedBy>知微教学</cp:lastModifiedBy>
  <cp:revision>1</cp:revision>
  <dcterms:created xsi:type="dcterms:W3CDTF">2026-07-14T02:19:01Z</dcterms:created>
  <dcterms:modified xsi:type="dcterms:W3CDTF">2026-07-14T02:19:01Z</dcterms:modified>
</cp:coreProperties>
</file>