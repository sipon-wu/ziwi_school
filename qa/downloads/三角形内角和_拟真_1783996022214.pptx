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明确教学目标，便于评估学生掌握情况。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帮助学生建立知识框架，引导思维从具体到抽象。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激发兴趣，为后续学习做铺垫。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明确概念，避免常见错误。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动手操作促进理解，培养科学探究精神。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强调普遍性，避免误解。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通过简单题型巩固核心概念。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结合生活情境提升数学应用意识。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动手操作加深理解，融入科学探究精神。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紧扣知识点，便于当堂巩固。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总结内容，强调知识结构与方法提炼。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简洁明了，突出核心对比，便于记忆。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兼顾基础与拓展，促进综合能力发展。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知道三角形的内角和是180°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能通过撕拼或量角验证内角和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能用合情推理解释不同形状三角形的内角和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能联系生活实例说明应用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重点：理解并验证三角形内角和为180°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难点：通过实验操作得出结论，发展合情推理能力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展示三角形屋顶、风筝、旗子图片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提问：为什么这些物体都设计成三角形？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引出：三角形有特殊性质，如内角和是180°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什么是三角形内角和？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三角形是由三条线段围成的图形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每个顶点处的角叫内角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三个内角加起来的总和叫内角和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今天验证内角和是180°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如何验证内角和？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方法一：撕拼法（剪下三个角拼成平角）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方法二：量角法（分别测量后相加）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所有三角形内角和都是180°？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无论是什么类型的三角形，内角和都是180°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小结：内角和是一个不变的规律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典例精讲1：判断内角和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题目：三个角分别是60°, 60°, 60°，内角和是多少？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思路：把三个角加起来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解答：60° + 60° + 60° = 180°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典例精讲2：应用题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题目：直角三角形一个角是30°，另一个角是多少？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思路：直角是90°，第三个角=180°-90°-30°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解答：60°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任务：小组合作剪三种三角形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操作：用撕拼法验证内角和，记录数据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延伸思考：非平面三角形内角和是否一样？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练习1：45°, 45°, 90°的内角和是多少？答案：180°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练习2：两个角是50°和70°，第三个角是多少？答案：60°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练习3：等边三角形的内角和是180°，对吗？答案：对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三角形是由三条线段围成的图形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三个内角加起来是180°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可以通过撕拼或量角来验证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所有三角形的内角和都是180°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定义：三个内角相加的和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验证方法：撕拼法（拼成平角）、量角法（加起来看是否为180°）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结论：所有三角形内角和都是180°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应用：解决角度问题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基础题：画三角形，用量角器测量内角和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提升题：找生活中有三角形的地方，说说内角和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跨界桥接：观察风筝、桥梁，思考使用三角形的原因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三角形内角和_拟真_1783996022214_课件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三角形内角和_拟真_1783996022214_课件</dc:title>
  <dc:subject>PptxGenJS Presentation</dc:subject>
  <dc:creator>知微教学</dc:creator>
  <cp:lastModifiedBy>知微教学</cp:lastModifiedBy>
  <cp:revision>1</cp:revision>
  <dcterms:created xsi:type="dcterms:W3CDTF">2026-07-14T02:27:43Z</dcterms:created>
  <dcterms:modified xsi:type="dcterms:W3CDTF">2026-07-14T02:27:43Z</dcterms:modified>
</cp:coreProperties>
</file>