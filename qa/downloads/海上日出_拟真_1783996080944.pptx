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明确教学目标，为后续内容做铺垫。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突出教学重点，引导学生关注文本结构和情感表达。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激发兴趣，营造学习氛围。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帮助学生建立基本概念，区分时间阶段。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通过具体描述强化时间顺序和景物变化感知。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引导学生关注语言特色，提升审美能力。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训练学生阅读理解能力，把握文章逻辑。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鼓励学生发挥想象力，提高语言表达能力。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促进互动与表达，启发观察与思考。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巩固知识点，检验学习效果。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总结重点内容，强调时间顺序与语言表达。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简洁呈现知识结构，便于学生记忆。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兼顾不同层次学生，促进综合能力发展。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按时间顺序描述海上日出的景物变化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理解并背诵优美语句，体会语言节奏与画面感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模仿课文结构进行仿写，表达自然感受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掌握海上日出的景物变化顺序和描写方法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通过语言感受和想象，体会作者情感与意境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展示海上日出图片，提问太阳升起方式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引导学生闭眼想象海边等待日出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介绍课题《海上日出》及作者巴金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什么是海上日出？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海上日出是太阳从海平面升起的过程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分为日出前、日出时、日出后三个阶段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作者用生动语言描绘这三个阶段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景物如何变化？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日出前：天空灰蓝，海面平静，有星星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日出时：太阳上升，颜色由红变金，海面泛金光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日出后：阳光洒满海面，天空明亮，万物苏醒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语言有什么特点？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使用比喻、拟人等修辞手法增强表现力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如‘太阳像负着重荷的巨人’、‘冲破云霞’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语言有节奏感，适合朗读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理解段落结构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分析第2段描写太阳升起过程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找出‘日出时’的描写内容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理解作者逐步描绘的写作手法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仿写练笔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模仿课文写一段‘山间日出’的描写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按‘日出前→日出时→日出后’顺序展开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运用比喻、拟人等手法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小组合作描述海上日出三个阶段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用语言或绘画表现所选阶段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思考城市日出与海上的不同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填空：日出前天空……；日出时太阳……；日出后阳光……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判断：作者描写的是‘山上的日出’还是‘海上的日出’？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仿写：按顺序描写‘校园日出’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海上日出分三阶段：日出前、日出时、日出后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作者用生动语言描绘太阳升起过程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通过朗读、想象、仿写感受文字魅力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海上日出：日出前、日出时、日出后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语言特点：比喻、拟人、节奏感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基础题：朗读课文，标出各阶段句子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提升题：写一段‘校园日出’描写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跨界桥接：观察窗户，想象‘窗边日出’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海上日出_拟真_1783996080944_课件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海上日出_拟真_1783996080944_课件</dc:title>
  <dc:subject>PptxGenJS Presentation</dc:subject>
  <dc:creator>知微教学</dc:creator>
  <cp:lastModifiedBy>知微教学</cp:lastModifiedBy>
  <cp:revision>1</cp:revision>
  <dcterms:created xsi:type="dcterms:W3CDTF">2026-07-14T02:28:34Z</dcterms:created>
  <dcterms:modified xsi:type="dcterms:W3CDTF">2026-07-14T02:28:34Z</dcterms:modified>
</cp:coreProperties>
</file>