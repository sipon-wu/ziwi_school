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引导学生明确本节课的重点内容，为后续讲解做铺垫。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强调本节课的核心内容和学生可能遇到的困难。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通过生动画面引入课文，营造氛围，引起学生注意。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帮助学生建立对景物描写的初步理解，避免混淆。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解释核心概念，强调其深层含义和现实意义。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引导学生从文本中提取信息，理解写作风格与思想。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通过实例讲解景物描写的层次性，增强理解力。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帮助学生找到文章核心思想，加深记忆。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鼓励学生参与互动，提升语言表达与想象力。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巩固知识点，检验学生理解程度。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总结本节课内容，强化知识框架。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清晰呈现教学重点，帮助学生梳理思路。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根据学生能力设置不同任务，促进综合发展。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理解景物描写层次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掌握‘先忧后乐’主旨思想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体会作者情感变化与写作意图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重点：理解景物描写层次与‘先忧后乐’主旨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难点：体会作者情感变化与写作目的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描绘洞庭湖与岳阳楼的画面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引出《岳阳楼记》主题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激发学生兴趣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什么是‘景物描写’？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通过文字让读者有画面感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特征包括由远及近、由静到动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区分景物描写与人物描写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什么是‘先忧后乐’？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在国家未安定前先担忧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在国家安定后才快乐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体现责任感与理想追求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如何通过景物描写体现主旨？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分析文中具体句子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联系上下文理解情感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体会作者表达意图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典例精讲1：判断景物描写层次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分析登楼后的感受变化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层次由情绪到行为递进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理解描写结构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典例精讲2：找出‘先忧后乐’句子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识别核心句：‘先天下之忧而忧’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理解其责任与担当精神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点明主旨地位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活动探究：我是小诗人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分组讨论想象中的岳阳楼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用一句话描述场景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分享与补充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找出‘先忧后乐’相关句子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识别景物描写层次关键词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理解景物描写与主旨的关系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景物描写有层次：由远及近、由静到动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‘先忧后乐’是核心思想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感受作者情怀与抱负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展示结构化内容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突出景物描写与‘先忧后乐’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便于学生记忆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基础题：完成景物描写表格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提升题：仿写校园描写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跨界桥接：观察自然景观并描述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岳阳楼记_拟真_1783994831582_课件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岳阳楼记_拟真_1783994831582_课件</dc:title>
  <dc:subject>PptxGenJS Presentation</dc:subject>
  <dc:creator>知微教学</dc:creator>
  <cp:lastModifiedBy>知微教学</cp:lastModifiedBy>
  <cp:revision>1</cp:revision>
  <dcterms:created xsi:type="dcterms:W3CDTF">2026-07-14T02:08:05Z</dcterms:created>
  <dcterms:modified xsi:type="dcterms:W3CDTF">2026-07-14T02:08:05Z</dcterms:modified>
</cp:coreProperties>
</file>