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明确教学目标，便于评估学生掌握情况。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帮助学生建立清晰的知识框架，引导思维从具体到抽象。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通过自然现象引入，激发学生兴趣。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用简单语言解释抽象概念，避免混淆。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对比讲解，帮助学生理解两者的区别与联系。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直观展示差异，便于记忆与比较。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通过选择题巩固知识，强化核心概念。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简短题型有助于快速检测学生掌握程度。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通过动手操作加深理解，拓展农业知识。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练习题紧扣知识点，便于当堂巩固。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总结本节课内容，强调知识结构与实际应用。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简洁明了，突出核心对比，便于学生记忆。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兼顾基础与拓展，促进综合能力发展。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光合作用与呼吸作用_拟真_1783994903618_课件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840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二年级  ·  王老师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知微教学 · ziwi.cn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认识植物的‘吃饭’方式：光合作用和呼吸作用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能区分两种‘吃饭’过程的不同点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理解植物在不同时间的‘进食’变化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光合作用与呼吸作用_拟真_1783994903618_课件  ·  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教学重难点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重点：理解光合作用与呼吸作用的区别与联系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难点：抽象概念的理解与实际生活的关联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光合作用与呼吸作用_拟真_1783994903618_课件  ·  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情境导入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白天小树生机勃勃，晚上却安静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植物也有自己的‘吃饭’方式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今天探索植物的‘饮食秘密’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光合作用与呼吸作用_拟真_1783994903618_课件  ·  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什么是光合作用？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植物利用阳光、水和二氧化碳制造氧气和养分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只在白天进行，需要阳光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绿色植物才能进行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光合作用与呼吸作用_拟真_1783994903618_课件  ·  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什么是呼吸作用？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植物吸收氧气，释放二氧化碳获取能量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全天都在进行，不需要阳光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所有生物都有这个过程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光合作用与呼吸作用_拟真_1783994903618_课件  ·  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对比表格呈现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时间：光合作用在白天，呼吸作用全天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是否需要阳光：光合作用需要，呼吸作用不需要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吸收和释放物质不同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光合作用与呼吸作用_拟真_1783994903618_课件  ·  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典例精讲1：判断哪种作用发生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题目：植物在阳光下产生氧气属于什么作用？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思路：光合作用需要阳光并产生氧气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答案：B. 植物在阳光下产生氧气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光合作用与呼吸作用_拟真_1783994903618_课件  ·  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典例精讲2：填空题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题目：植物在白天进行 ________，在晚上进行 ________。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答案：光合作用、呼吸作用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简洁题型，适合快速检测知识点掌握情况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光合作用与呼吸作用_拟真_1783994903618_课件  ·  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活动探究：植物的一天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小组讨论并画出植物一天的流程图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标注白天和晚上的“吃饭”方式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联系农业中的合理密植和昼夜温差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光合作用与呼吸作用_拟真_1783994903618_课件  ·  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课堂练习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问题1：哪种作用需要阳光？答案：B. 光合作用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问题2：植物在晚上主要做什么？答案：A. 吸收氧气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问题3：植物通过 ________ 吸收二氧化碳。答案：光合作用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光合作用与呼吸作用_拟真_1783994903618_课件  ·  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课堂小结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光合作用：白天进行，制造氧气和食物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呼吸作用：全天进行，吸收氧气，释放二氧化碳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对比表格帮助区分两种作用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光合作用与呼吸作用_拟真_1783994903618_课件  ·  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板书设计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光合作用：白天进行，需要阳光，制造氧气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呼吸作用：全天进行，不需要阳光，吸收氧气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对比结构清晰，便于记忆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光合作用与呼吸作用_拟真_1783994903618_课件  ·  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分层作业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基础题：完成对比表格，写出两种作用的关键特征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提升题：观察家中植物，记录一天变化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跨界桥接：了解‘合理密植’如何提高产量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光合作用与呼吸作用_拟真_1783994903618_课件  ·  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光合作用与呼吸作用_拟真_1783994903618_课件</dc:title>
  <dc:subject>PptxGenJS Presentation</dc:subject>
  <dc:creator>知微教学</dc:creator>
  <cp:lastModifiedBy>知微教学</cp:lastModifiedBy>
  <cp:revision>1</cp:revision>
  <dcterms:created xsi:type="dcterms:W3CDTF">2026-07-14T02:09:11Z</dcterms:created>
  <dcterms:modified xsi:type="dcterms:W3CDTF">2026-07-14T02:09:11Z</dcterms:modified>
</cp:coreProperties>
</file>