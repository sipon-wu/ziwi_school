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简要介绍本节课的核心内容，帮助学生明确学习方向。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强调本节课的重点和难点，便于讲解时突出关键内容。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通过生动的情境引发学生兴趣，引导他们思考植物的生理活动。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解释光合作用的基本原理，注意强调其发生条件。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说明呼吸作用的特点，强调其与光合作用的不同。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展示对比表，帮助学生清晰区分两个过程的关键差异。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通过具体例子引导学生应用知识，增强理解。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结合农业实践，说明科学知识的实际应用价值。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通过互动活动加深学生对知识的理解，同时融入价值观教育。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通过简单问题检验学生对知识点的掌握情况。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总结本节课重点内容，强化学生记忆。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展示板书结构，帮助学生梳理知识框架。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布置分层作业，满足不同层次学生的学习需求。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二年级  ·  王老师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知微教学 · ziwi.cn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理解光合作用与呼吸作用的基本概念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描述植物白天和夜晚的生理活动差异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通过对比表格掌握两种作用的区别与联系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联系农业生产，理解合理密植与昼夜温差的影响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重点：光合作用与呼吸作用的定义、过程及区别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难点：理解两者在植物体内的动态关系及实际意义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清晨阳光洒在稻田，水稻进行‘工作’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晚上进入‘休息’状态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探索植物的‘吃饭’和‘睡觉’方式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什么是光合作用？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利用阳光、水和二氧化碳制造氧气和有机物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是植物‘吃’的方式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主要发生在叶片中的叶绿体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什么是呼吸作用？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吸收氧气，分解有机物释放能量、二氧化碳和水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是植物‘睡’的方式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每时每刻都在进行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对比表：光合作用 vs 呼吸作用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是否需要光：光合作用需要，呼吸作用不需要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发生部位：光合作用在叶绿体，呼吸作用在所有活细胞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输入输出物质不同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能量变化：光合作用生成能量，呼吸作用消耗能量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典例精讲1：判断生理活动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题目：叶子释放氧气，判断是什么活动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分析：光合作用产生氧气，呼吸作用消耗氧气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结论：正在进行光合作用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典例精讲2：昼夜温差对作物的影响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问题：为什么选择昼夜温差大的地区种植蔬菜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分析：白天光合作用强，积累养分；夜晚呼吸作用弱，减少消耗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结论：有利于提高产量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活动探究：植物的一天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小组角色扮演，模拟植物白天和夜晚的活动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体会植物的生命力与自然规律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增强环保意识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植物在白天进行什么作用？答案：光合作用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哪个过程会消耗氧气？答案：呼吸作用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为什么夜间不进行光合作用？答案：没有阳光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光合作用：植物‘吃’阳光、水、二氧化碳，产出氧气和食物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呼吸作用：植物‘睡’时，吸入氧气，分解食物，释放能量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对比表格帮助区分两者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合理密植和昼夜温差影响农作物生长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 vs 呼吸作用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定义、条件、地点、输入输出、实际应用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基础题：完成对比表格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提升题：思考没有光合作用的后果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跨界桥接：观察家中植物并记录变化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光合作用与呼吸作用_拟真_1783994733383_课件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光合作用与呼吸作用_拟真_1783994733383_课件</dc:title>
  <dc:subject>PptxGenJS Presentation</dc:subject>
  <dc:creator>知微教学</dc:creator>
  <cp:lastModifiedBy>知微教学</cp:lastModifiedBy>
  <cp:revision>1</cp:revision>
  <dcterms:created xsi:type="dcterms:W3CDTF">2026-07-14T02:06:14Z</dcterms:created>
  <dcterms:modified xsi:type="dcterms:W3CDTF">2026-07-14T02:06:14Z</dcterms:modified>
</cp:coreProperties>
</file>