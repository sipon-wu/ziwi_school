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明确教学目标，便于课堂评估与反馈。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帮助学生建立清晰的知识框架，引导思维从具体到抽象。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激发兴趣，引出课题。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强调光合作用是‘生产食物’的过程。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强调呼吸作用不是‘吃掉’，而是‘吸入和呼出’。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直观对比，帮助记忆与比较。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通过选择题巩固核心概念。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简短题型有助于快速检测掌握程度。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动手操作加深理解，拓展农业知识。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紧扣知识点，便于当堂巩固。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总结本节课内容，强调知识结构与实际应用。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简洁明了，突出核心对比，便于学生记忆。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兼顾基础与拓展，促进综合能力发展。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说出植物的两种‘吃饭’方式：光合作用和呼吸作用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区分这两种方式在时间、条件和结果上的不同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联系生活现象，说明植物在不同时间的‘进食’变化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重点：理解光合作用与呼吸作用的区别与联系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难点：抽象概念的理解与实际生活的关联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清晨阳光洒在树叶上，植物开始‘吃饭’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白天‘吃’阳光、水和二氧化碳，制造氧气和养分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晚上‘吃’氧气，释放二氧化碳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什么是光合作用？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植物利用阳光、水和二氧化碳，制造氧气和养分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只在白天进行，需要阳光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只有绿色植物才能进行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什么是呼吸作用？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植物吸收氧气，释放二氧化碳，获取能量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全天都在进行，不需要阳光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所有生物都有这个过程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对比表格呈现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时间：光合作用在白天，呼吸作用全天进行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是否需要阳光：光合作用需要，呼吸作用不需要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吸收物质：光合作用吸收二氧化碳和水，呼吸作用吸收氧气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释放物质：光合作用释放氧气和养分，呼吸作用释放二氧化碳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典例精讲1：判断哪种作用发生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题目：植物在阳光下产生氧气属于什么作用？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思路：光合作用需要阳光并产生氧气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答案：光合作用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典例精讲2：填空题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题目：植物在白天进行 ________，在晚上进行 ________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答案：光合作用、呼吸作用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小组讨论并画出植物一天的流程图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标注白天和晚上的‘吃饭’方式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思考：为什么农民要在白天种植物，晚上休息？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哪种作用需要阳光？答案：光合作用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植物在晚上主要做什么？答案：进行呼吸作用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植物通过 ________ 吸收二氧化碳。答案：光合作用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光合作用：白天进行，需要阳光，制造氧气和食物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呼吸作用：全天进行，不需要阳光，吸收氧气，释放二氧化碳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对比表格帮助区分两种作用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光合作用：白天进行，需要阳光，制造氧气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呼吸作用：全天进行，不需要阳光，吸收氧气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基础题：完成对比表格，写出两种作用的关键特征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提升题：观察家中植物，记录一天中它的变化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跨界桥接：了解‘合理密植’如何提高作物产量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光合作用与呼吸作用_拟真_1783995445447_课件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光合作用与呼吸作用_拟真_1783995445447_课件</dc:title>
  <dc:subject>PptxGenJS Presentation</dc:subject>
  <dc:creator>知微教学</dc:creator>
  <cp:lastModifiedBy>知微教学</cp:lastModifiedBy>
  <cp:revision>1</cp:revision>
  <dcterms:created xsi:type="dcterms:W3CDTF">2026-07-14T02:18:06Z</dcterms:created>
  <dcterms:modified xsi:type="dcterms:W3CDTF">2026-07-14T02:18:06Z</dcterms:modified>
</cp:coreProperties>
</file>